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797675" cy="99822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5068" autoAdjust="0"/>
    <p:restoredTop sz="94660"/>
  </p:normalViewPr>
  <p:slideViewPr>
    <p:cSldViewPr snapToGrid="0">
      <p:cViewPr>
        <p:scale>
          <a:sx n="150" d="100"/>
          <a:sy n="150" d="100"/>
        </p:scale>
        <p:origin x="-428" y="-9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CF1A3-9FF9-46A2-AFAC-8AADF268EE4B}" type="datetimeFigureOut">
              <a:rPr lang="fr-FR" smtClean="0"/>
              <a:t>07/09/2021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65B6C-7841-4584-BFD7-9101EF49EFC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259824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CF1A3-9FF9-46A2-AFAC-8AADF268EE4B}" type="datetimeFigureOut">
              <a:rPr lang="fr-FR" smtClean="0"/>
              <a:t>07/09/2021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65B6C-7841-4584-BFD7-9101EF49EFC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66319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CF1A3-9FF9-46A2-AFAC-8AADF268EE4B}" type="datetimeFigureOut">
              <a:rPr lang="fr-FR" smtClean="0"/>
              <a:t>07/09/2021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65B6C-7841-4584-BFD7-9101EF49EFC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67832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CF1A3-9FF9-46A2-AFAC-8AADF268EE4B}" type="datetimeFigureOut">
              <a:rPr lang="fr-FR" smtClean="0"/>
              <a:t>07/09/2021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65B6C-7841-4584-BFD7-9101EF49EFC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1077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CF1A3-9FF9-46A2-AFAC-8AADF268EE4B}" type="datetimeFigureOut">
              <a:rPr lang="fr-FR" smtClean="0"/>
              <a:t>07/09/2021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65B6C-7841-4584-BFD7-9101EF49EFC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0209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CF1A3-9FF9-46A2-AFAC-8AADF268EE4B}" type="datetimeFigureOut">
              <a:rPr lang="fr-FR" smtClean="0"/>
              <a:t>07/09/2021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65B6C-7841-4584-BFD7-9101EF49EFC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82441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CF1A3-9FF9-46A2-AFAC-8AADF268EE4B}" type="datetimeFigureOut">
              <a:rPr lang="fr-FR" smtClean="0"/>
              <a:t>07/09/2021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65B6C-7841-4584-BFD7-9101EF49EFC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670733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CF1A3-9FF9-46A2-AFAC-8AADF268EE4B}" type="datetimeFigureOut">
              <a:rPr lang="fr-FR" smtClean="0"/>
              <a:t>07/09/2021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65B6C-7841-4584-BFD7-9101EF49EFC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86853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CF1A3-9FF9-46A2-AFAC-8AADF268EE4B}" type="datetimeFigureOut">
              <a:rPr lang="fr-FR" smtClean="0"/>
              <a:t>07/09/2021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65B6C-7841-4584-BFD7-9101EF49EFC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614711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CF1A3-9FF9-46A2-AFAC-8AADF268EE4B}" type="datetimeFigureOut">
              <a:rPr lang="fr-FR" smtClean="0"/>
              <a:t>07/09/2021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65B6C-7841-4584-BFD7-9101EF49EFC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993034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DCF1A3-9FF9-46A2-AFAC-8AADF268EE4B}" type="datetimeFigureOut">
              <a:rPr lang="fr-FR" smtClean="0"/>
              <a:t>07/09/2021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365B6C-7841-4584-BFD7-9101EF49EFC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575868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DCF1A3-9FF9-46A2-AFAC-8AADF268EE4B}" type="datetimeFigureOut">
              <a:rPr lang="fr-FR" smtClean="0"/>
              <a:t>07/09/2021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365B6C-7841-4584-BFD7-9101EF49EFC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83855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6888" y="-4234"/>
            <a:ext cx="9698224" cy="6858000"/>
          </a:xfrm>
          <a:prstGeom prst="rect">
            <a:avLst/>
          </a:prstGeom>
        </p:spPr>
      </p:pic>
      <p:sp>
        <p:nvSpPr>
          <p:cNvPr id="5" name="ZoneTexte 4"/>
          <p:cNvSpPr txBox="1"/>
          <p:nvPr/>
        </p:nvSpPr>
        <p:spPr>
          <a:xfrm>
            <a:off x="9420229" y="3893968"/>
            <a:ext cx="382589" cy="161583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fr-FR" sz="1050" dirty="0" smtClean="0"/>
              <a:t>IR_1</a:t>
            </a:r>
            <a:endParaRPr lang="fr-FR" sz="1050" dirty="0"/>
          </a:p>
        </p:txBody>
      </p:sp>
      <p:sp>
        <p:nvSpPr>
          <p:cNvPr id="6" name="ZoneTexte 5"/>
          <p:cNvSpPr txBox="1"/>
          <p:nvPr/>
        </p:nvSpPr>
        <p:spPr>
          <a:xfrm>
            <a:off x="9420228" y="3739979"/>
            <a:ext cx="382589" cy="161583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fr-FR" sz="1050" dirty="0" smtClean="0"/>
              <a:t>IR_2</a:t>
            </a:r>
            <a:endParaRPr lang="fr-FR" sz="1050" dirty="0"/>
          </a:p>
        </p:txBody>
      </p:sp>
      <p:sp>
        <p:nvSpPr>
          <p:cNvPr id="7" name="ZoneTexte 6"/>
          <p:cNvSpPr txBox="1"/>
          <p:nvPr/>
        </p:nvSpPr>
        <p:spPr>
          <a:xfrm>
            <a:off x="9417053" y="3408193"/>
            <a:ext cx="1223959" cy="161583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fr-FR" sz="1050" dirty="0" smtClean="0"/>
              <a:t>LED_RED (</a:t>
            </a:r>
            <a:r>
              <a:rPr lang="fr-FR" sz="1050" dirty="0" err="1" smtClean="0"/>
              <a:t>internal</a:t>
            </a:r>
            <a:r>
              <a:rPr lang="fr-FR" sz="1050" dirty="0" smtClean="0"/>
              <a:t>)</a:t>
            </a:r>
            <a:endParaRPr lang="fr-FR" sz="1050" dirty="0"/>
          </a:p>
        </p:txBody>
      </p:sp>
      <p:sp>
        <p:nvSpPr>
          <p:cNvPr id="8" name="ZoneTexte 7"/>
          <p:cNvSpPr txBox="1"/>
          <p:nvPr/>
        </p:nvSpPr>
        <p:spPr>
          <a:xfrm>
            <a:off x="9420228" y="3576468"/>
            <a:ext cx="741360" cy="161583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fr-FR" sz="1050" dirty="0" smtClean="0"/>
              <a:t>SERVO</a:t>
            </a:r>
            <a:endParaRPr lang="fr-FR" sz="1050" dirty="0"/>
          </a:p>
        </p:txBody>
      </p:sp>
      <p:sp>
        <p:nvSpPr>
          <p:cNvPr id="9" name="ZoneTexte 8"/>
          <p:cNvSpPr txBox="1"/>
          <p:nvPr/>
        </p:nvSpPr>
        <p:spPr>
          <a:xfrm>
            <a:off x="9417053" y="4217815"/>
            <a:ext cx="741360" cy="161583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fr-FR" sz="1050" smtClean="0"/>
              <a:t>TEMP_CS</a:t>
            </a:r>
            <a:endParaRPr lang="fr-FR" sz="1050" dirty="0"/>
          </a:p>
        </p:txBody>
      </p:sp>
      <p:sp>
        <p:nvSpPr>
          <p:cNvPr id="10" name="ZoneTexte 9"/>
          <p:cNvSpPr txBox="1"/>
          <p:nvPr/>
        </p:nvSpPr>
        <p:spPr>
          <a:xfrm>
            <a:off x="9417053" y="4375147"/>
            <a:ext cx="741360" cy="161583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fr-FR" sz="1050" dirty="0" smtClean="0"/>
              <a:t>PW_3V</a:t>
            </a:r>
            <a:endParaRPr lang="fr-FR" sz="1050" dirty="0"/>
          </a:p>
        </p:txBody>
      </p:sp>
      <p:sp>
        <p:nvSpPr>
          <p:cNvPr id="11" name="ZoneTexte 10"/>
          <p:cNvSpPr txBox="1"/>
          <p:nvPr/>
        </p:nvSpPr>
        <p:spPr>
          <a:xfrm>
            <a:off x="9417052" y="4056232"/>
            <a:ext cx="908047" cy="161583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fr-FR" sz="1050" dirty="0" smtClean="0"/>
              <a:t>VBAT (</a:t>
            </a:r>
            <a:r>
              <a:rPr lang="fr-FR" sz="1050" dirty="0" err="1" smtClean="0"/>
              <a:t>internal</a:t>
            </a:r>
            <a:r>
              <a:rPr lang="fr-FR" sz="1050" dirty="0" smtClean="0"/>
              <a:t>)</a:t>
            </a:r>
            <a:endParaRPr lang="fr-FR" sz="1050" dirty="0"/>
          </a:p>
        </p:txBody>
      </p:sp>
      <p:sp>
        <p:nvSpPr>
          <p:cNvPr id="12" name="ZoneTexte 11"/>
          <p:cNvSpPr txBox="1"/>
          <p:nvPr/>
        </p:nvSpPr>
        <p:spPr>
          <a:xfrm>
            <a:off x="9781913" y="1415986"/>
            <a:ext cx="1223959" cy="161583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fr-FR" sz="1050" dirty="0" smtClean="0"/>
              <a:t>SD_LED </a:t>
            </a:r>
            <a:r>
              <a:rPr lang="fr-FR" sz="1050" dirty="0" smtClean="0"/>
              <a:t>(</a:t>
            </a:r>
            <a:r>
              <a:rPr lang="fr-FR" sz="1050" dirty="0" err="1" smtClean="0"/>
              <a:t>internal</a:t>
            </a:r>
            <a:r>
              <a:rPr lang="fr-FR" sz="1050" dirty="0" smtClean="0"/>
              <a:t>)</a:t>
            </a:r>
            <a:endParaRPr lang="fr-FR" sz="1050" dirty="0"/>
          </a:p>
        </p:txBody>
      </p:sp>
      <p:sp>
        <p:nvSpPr>
          <p:cNvPr id="13" name="ZoneTexte 12"/>
          <p:cNvSpPr txBox="1"/>
          <p:nvPr/>
        </p:nvSpPr>
        <p:spPr>
          <a:xfrm>
            <a:off x="9781912" y="1270312"/>
            <a:ext cx="1223959" cy="161583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fr-FR" sz="1050" dirty="0" smtClean="0"/>
              <a:t>SD_CD (</a:t>
            </a:r>
            <a:r>
              <a:rPr lang="fr-FR" sz="1050" dirty="0" err="1" smtClean="0"/>
              <a:t>internal</a:t>
            </a:r>
            <a:r>
              <a:rPr lang="fr-FR" sz="1050" dirty="0" smtClean="0"/>
              <a:t>)</a:t>
            </a:r>
            <a:endParaRPr lang="fr-FR" sz="1050" dirty="0"/>
          </a:p>
        </p:txBody>
      </p:sp>
      <p:sp>
        <p:nvSpPr>
          <p:cNvPr id="14" name="ZoneTexte 13"/>
          <p:cNvSpPr txBox="1"/>
          <p:nvPr/>
        </p:nvSpPr>
        <p:spPr>
          <a:xfrm>
            <a:off x="9781911" y="1138421"/>
            <a:ext cx="1223959" cy="161583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fr-FR" sz="1050" dirty="0" smtClean="0"/>
              <a:t>SD_CS (</a:t>
            </a:r>
            <a:r>
              <a:rPr lang="fr-FR" sz="1050" dirty="0" err="1" smtClean="0"/>
              <a:t>internal</a:t>
            </a:r>
            <a:r>
              <a:rPr lang="fr-FR" sz="1050" dirty="0" smtClean="0"/>
              <a:t>)</a:t>
            </a:r>
            <a:endParaRPr lang="fr-FR" sz="1050" dirty="0"/>
          </a:p>
        </p:txBody>
      </p:sp>
      <p:sp>
        <p:nvSpPr>
          <p:cNvPr id="15" name="ZoneTexte 14"/>
          <p:cNvSpPr txBox="1"/>
          <p:nvPr/>
        </p:nvSpPr>
        <p:spPr>
          <a:xfrm>
            <a:off x="2560943" y="3732385"/>
            <a:ext cx="596165" cy="161583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fr-FR" sz="1050" dirty="0" smtClean="0"/>
              <a:t>PW_RFID</a:t>
            </a:r>
            <a:endParaRPr lang="fr-FR" sz="1050" dirty="0"/>
          </a:p>
        </p:txBody>
      </p:sp>
      <p:sp>
        <p:nvSpPr>
          <p:cNvPr id="16" name="ZoneTexte 15"/>
          <p:cNvSpPr txBox="1"/>
          <p:nvPr/>
        </p:nvSpPr>
        <p:spPr>
          <a:xfrm>
            <a:off x="2455333" y="3569605"/>
            <a:ext cx="738717" cy="161583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fr-FR" sz="1050" dirty="0" smtClean="0"/>
              <a:t>PW_SERVO</a:t>
            </a:r>
            <a:endParaRPr lang="fr-FR" sz="1050" dirty="0"/>
          </a:p>
        </p:txBody>
      </p:sp>
      <p:sp>
        <p:nvSpPr>
          <p:cNvPr id="17" name="ZoneTexte 16"/>
          <p:cNvSpPr txBox="1"/>
          <p:nvPr/>
        </p:nvSpPr>
        <p:spPr>
          <a:xfrm>
            <a:off x="9420228" y="4532479"/>
            <a:ext cx="741360" cy="161583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fr-FR" sz="1050" dirty="0" smtClean="0"/>
              <a:t>RTC</a:t>
            </a:r>
            <a:endParaRPr lang="fr-FR" sz="1050" dirty="0"/>
          </a:p>
        </p:txBody>
      </p:sp>
      <p:sp>
        <p:nvSpPr>
          <p:cNvPr id="18" name="ZoneTexte 17"/>
          <p:cNvSpPr txBox="1"/>
          <p:nvPr/>
        </p:nvSpPr>
        <p:spPr>
          <a:xfrm>
            <a:off x="9411231" y="4689811"/>
            <a:ext cx="741360" cy="161583"/>
          </a:xfrm>
          <a:prstGeom prst="rect">
            <a:avLst/>
          </a:prstGeom>
          <a:noFill/>
        </p:spPr>
        <p:txBody>
          <a:bodyPr wrap="square" lIns="72000" tIns="0" rIns="0" bIns="0" rtlCol="0">
            <a:spAutoFit/>
          </a:bodyPr>
          <a:lstStyle/>
          <a:p>
            <a:r>
              <a:rPr lang="fr-FR" sz="1050" dirty="0" smtClean="0"/>
              <a:t>RTC</a:t>
            </a:r>
            <a:endParaRPr lang="fr-FR" sz="1050" dirty="0"/>
          </a:p>
        </p:txBody>
      </p:sp>
    </p:spTree>
    <p:extLst>
      <p:ext uri="{BB962C8B-B14F-4D97-AF65-F5344CB8AC3E}">
        <p14:creationId xmlns:p14="http://schemas.microsoft.com/office/powerpoint/2010/main" val="403232401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320</TotalTime>
  <Words>29</Words>
  <Application>Microsoft Office PowerPoint</Application>
  <PresentationFormat>Grand écran</PresentationFormat>
  <Paragraphs>14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Julien C</dc:creator>
  <cp:lastModifiedBy>Julien C</cp:lastModifiedBy>
  <cp:revision>4</cp:revision>
  <cp:lastPrinted>2021-09-07T08:57:35Z</cp:lastPrinted>
  <dcterms:created xsi:type="dcterms:W3CDTF">2021-08-26T14:19:02Z</dcterms:created>
  <dcterms:modified xsi:type="dcterms:W3CDTF">2021-09-07T14:04:44Z</dcterms:modified>
</cp:coreProperties>
</file>