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523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7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86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42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62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94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2255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61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84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631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55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0D0A0-C4D3-4EBF-B81B-E8C46BEA2531}" type="datetimeFigureOut">
              <a:rPr lang="fr-FR" smtClean="0"/>
              <a:t>09/05/2022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B4A04-0D56-4956-96E0-52D7B8B496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14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Antenne Terrier Prototype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411000" cy="4579012"/>
          </a:xfrm>
        </p:spPr>
        <p:txBody>
          <a:bodyPr>
            <a:normAutofit/>
          </a:bodyPr>
          <a:lstStyle/>
          <a:p>
            <a:r>
              <a:rPr lang="fr-FR" b="1" u="sng" dirty="0" smtClean="0"/>
              <a:t>Objectifs: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Suivi des populations du grand Hamster d’Alsace dans son milieu naturel.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Détecté le passage et l’identité (TAG) des hamsters qui rentrent et sortent de leurs terriers. </a:t>
            </a:r>
          </a:p>
          <a:p>
            <a:r>
              <a:rPr lang="fr-FR" b="1" u="sng" dirty="0" smtClean="0"/>
              <a:t>Fonctionnalités: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Détection de passage par 2  barrières Infrarouge modulée en fréquence.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Lecture RFID rapide des 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Enregistrement des données sur une carte SD.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Autonomie de plusieurs jours.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Robuste aux conditions extérieurs (eau, UV, terre</a:t>
            </a:r>
            <a:r>
              <a:rPr lang="fr-FR" dirty="0" smtClean="0"/>
              <a:t>…) et aux dents </a:t>
            </a:r>
            <a:r>
              <a:rPr lang="fr-FR" smtClean="0"/>
              <a:t>des hamsters. 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90" y="1132102"/>
            <a:ext cx="61722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9500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Antenne Terrier Prototype</vt:lpstr>
    </vt:vector>
  </TitlesOfParts>
  <Company>IPHC IN2P3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Antenne Terrier Prototype</dc:title>
  <dc:creator>lafoux</dc:creator>
  <cp:lastModifiedBy>lafoux</cp:lastModifiedBy>
  <cp:revision>3</cp:revision>
  <dcterms:created xsi:type="dcterms:W3CDTF">2022-05-09T12:19:04Z</dcterms:created>
  <dcterms:modified xsi:type="dcterms:W3CDTF">2022-05-09T12:32:51Z</dcterms:modified>
</cp:coreProperties>
</file>